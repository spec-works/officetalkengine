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8215-2028-D579-2A83-C2D3B8933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1BF76-C0CE-CD49-E928-7D27D1747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F6AA8-FF2D-8D7C-A9EC-57938276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BA223-840C-ED2B-92BB-36A8802D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EB5A9-054E-010B-428A-37E8E57A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2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5DFA-7042-8507-9D7F-0F773503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EBAC7-25D6-7CA1-B1CB-D17AD0DF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56BF-8A5C-C103-43E0-6FF65780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B1B6C-11D9-70D4-A294-69988358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E7645-48A6-F96C-29BA-C229A066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2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436-ED0E-F51E-83EB-B3E4C7BC4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5969C-FC9D-13E4-223B-F797ACFBB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B6547-237C-9E48-B225-294DE86A1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9D791-6E5D-868C-D136-1C4697B5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3024E-DE93-0367-1F6F-1422F1E6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6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190F-38BC-9349-90B6-04460E13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BAA7C-4F35-23AF-FF86-3BBBE0A1B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23974-6D7E-4ABF-377A-0885D5481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AFE3F-5DAE-9D42-4C72-ECF6E1A7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C54DC-E4B7-D652-E2D9-B52AD3B7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FB02C-3570-A2CC-252A-BC0EF5BB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1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EB9E8-0DB0-28F2-D173-327F04F8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B442B-7B07-4310-2868-DF44FC207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1EF29-B43C-59CD-C16F-1F71396D2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835F7-770F-4026-D524-345D25444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535F1-7DFB-7CFD-BA2A-1219AA5EE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A0AED-B3A8-9E25-0992-049604FE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38421-BEB3-9AF1-F90F-63BAF102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1E868-75EA-B6B1-C77A-132A3445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5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AFDE-14FF-3977-48C3-5F56B317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9A9A3-81E2-3170-53B2-7D75373B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80DA9-A8A1-C785-3CBE-84B3E85D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E38A4-7CE4-6745-C284-92C90F3C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9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48AF4-F5B5-1593-2966-1DF6B994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E72CD-6822-8062-BD93-EDA49478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56C5C-788F-4072-DCAD-0CC2E6CA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9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95E7-A02F-DD50-9BFD-F05268FC9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C08B6-CFB9-DEFF-CE51-1EE2B24E7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1EBB9-2899-93BB-DBE0-E6473F41E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C54F0-B6F4-2282-ADF0-2365E3E7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D5A60-C49B-43A4-5A8E-47F9639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BC6CB-17B3-55DF-AC18-5024107B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2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AA06-2BD4-B09B-A0BE-50D7A26B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4B6B3-4660-5E42-A765-1C2A942AD8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4E416-D8AC-1733-8BD2-6628A96C1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1603E-D913-64C2-C7A5-DADCBF3C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CFDC2-E8F6-4473-2F1B-44A8E8F7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12A49-C0C7-908A-23C0-8C5C46C8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0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E583-C49B-000E-311B-18CA323D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A5556-D88E-2D5C-9798-45B539A68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A2AA2-CC65-174B-AE37-72BDE010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1AB42-5DD4-FCB5-4E68-5D9B9044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55554-E1D3-2C43-0F23-A20B2768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0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AC2CE-02A8-CADF-0CAB-5E3BD1B15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B315C-26DC-4319-608B-26A4D9620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38448-3B73-B1BD-19EA-78C8F58A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00CE6-30D2-9F6F-CC3D-F2E85110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83B21-B8AB-4367-AF9C-5E68B2E8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12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6346-54C7-3997-776D-D2CA0646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22860-8FF0-B95F-E221-EEC6A720E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585DE-6C61-B48E-3249-445C5EFC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2D7E6-A7C2-8D7D-CA6E-F517032B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E316D-FC7E-DF28-A564-94EC6574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1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5681A-A3AA-1836-C34C-DE3B6BB8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7AAD1-DB46-A02D-1B81-92B6BE464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AD9C2-11E4-450E-6AB0-0847ED3B1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F1F78-D4D3-40A8-A171-524F5DCF316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079A1-049C-871B-DAEA-825F05413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AC1BB-B5C1-7DD3-54F3-359D70217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F6249-9538-4C64-AB49-B1BA4440A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0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A16D-5BDB-5ED5-A3FF-56B27547E2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Q1 Business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9E8F3-0269-C4CE-044A-1FCDF30DD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Prepared by: Finance Team
Date: March 2026</a:t>
            </a:r>
          </a:p>
        </p:txBody>
      </p:sp>
    </p:spTree>
    <p:extLst>
      <p:ext uri="{BB962C8B-B14F-4D97-AF65-F5344CB8AC3E}">
        <p14:creationId xmlns:p14="http://schemas.microsoft.com/office/powerpoint/2010/main" val="211829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34D3-45ED-81C4-C6B5-E8C69822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Revenue 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627B4-97A2-CD81-C35E-C98BADF04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revenue: $2.4M (+12% YoY)
New customers: 47
Churn rate: 2.1%</a:t>
            </a:r>
          </a:p>
        </p:txBody>
      </p:sp>
    </p:spTree>
    <p:extLst>
      <p:ext uri="{BB962C8B-B14F-4D97-AF65-F5344CB8AC3E}">
        <p14:creationId xmlns:p14="http://schemas.microsoft.com/office/powerpoint/2010/main" val="181782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C847-23E3-7E93-B786-AC85A0F8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Risks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CA766-13E5-29CC-75A1-2B519AF98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Supply chain delays in APAC
Regulatory changes in EU market
Talent retention in Engineering</a:t>
            </a:r>
          </a:p>
        </p:txBody>
      </p:sp>
    </p:spTree>
    <p:extLst>
      <p:ext uri="{BB962C8B-B14F-4D97-AF65-F5344CB8AC3E}">
        <p14:creationId xmlns:p14="http://schemas.microsoft.com/office/powerpoint/2010/main" val="289816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9D19A-F3CC-DAFB-AD78-49FF7A76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77F58-317E-A10C-D687-0680D0E24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Finalize Q2 budget allocations
Launch customer retention program
Hire 5 senior engineers</a:t>
            </a:r>
          </a:p>
        </p:txBody>
      </p:sp>
    </p:spTree>
    <p:extLst>
      <p:ext uri="{BB962C8B-B14F-4D97-AF65-F5344CB8AC3E}">
        <p14:creationId xmlns:p14="http://schemas.microsoft.com/office/powerpoint/2010/main" val="768896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Q1 Business Review</vt:lpstr>
      <vt:lpstr>Revenue Highlights</vt:lpstr>
      <vt:lpstr>Key Risks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Darrel Miller</dc:creator>
  <cp:lastModifiedBy>Darrel Miller</cp:lastModifiedBy>
  <cp:revision>1</cp:revision>
  <dcterms:created xsi:type="dcterms:W3CDTF">2026-03-16T00:26:26Z</dcterms:created>
  <dcterms:modified xsi:type="dcterms:W3CDTF">2026-03-16T00:26:26Z</dcterms:modified>
</cp:coreProperties>
</file>